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5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17"/>
    <p:restoredTop sz="94617"/>
  </p:normalViewPr>
  <p:slideViewPr>
    <p:cSldViewPr snapToGrid="0">
      <p:cViewPr>
        <p:scale>
          <a:sx n="121" d="100"/>
          <a:sy n="121" d="100"/>
        </p:scale>
        <p:origin x="448" y="-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F8F6C-BAFA-D413-C048-0A03E2F54F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EB644F-7B1A-FBEA-1B54-4123545308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EC73C-FBB0-1ECA-6327-C057B2D91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AC31C-E399-7244-A3B9-33A66AF330A2}" type="datetimeFigureOut">
              <a:rPr lang="en-NL" smtClean="0"/>
              <a:t>25/08/2026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D8A825-498A-D5A1-D88D-24711A237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251A61-1290-E3C1-38DC-423A6F0C8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96CCA1-7D38-C543-8D46-EDB18BEC9A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40372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63C1E-E026-8A78-6940-F9BA051F8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AAF0F-1B01-0666-6A2E-4DDCE67C4F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70419-EB49-BFF8-1248-173E1B3D6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AC31C-E399-7244-A3B9-33A66AF330A2}" type="datetimeFigureOut">
              <a:rPr lang="en-NL" smtClean="0"/>
              <a:t>25/08/2026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CA224E-22C8-853E-55CA-B26FE93F6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3A2392-036F-330C-87BB-F74646E6C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96CCA1-7D38-C543-8D46-EDB18BEC9A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16836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D8651-071C-E5DE-C983-2FF2AB439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8C051C-3782-B2FC-DF02-FAC61011C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B987B-0D59-DA82-4E62-859F091BD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AC31C-E399-7244-A3B9-33A66AF330A2}" type="datetimeFigureOut">
              <a:rPr lang="en-NL" smtClean="0"/>
              <a:t>25/08/2026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929A2E-4D35-E799-B12C-7D00FC851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FB5B0-0E53-A689-2288-3AA7E90DE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96CCA1-7D38-C543-8D46-EDB18BEC9A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67039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4BA19-9C4F-296D-8B4E-A5BD3E8A1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CC89F-C2F0-3700-EB48-5B256586F1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24E000-7E61-33ED-E6F1-126A65F749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6D7D2-4D8F-E64F-0C3D-E27A004DE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AC31C-E399-7244-A3B9-33A66AF330A2}" type="datetimeFigureOut">
              <a:rPr lang="en-NL" smtClean="0"/>
              <a:t>25/08/2026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653E6-5025-838E-F7D6-0AD0EA1C9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81EA74-34EC-8FFA-850B-FF487D9D4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96CCA1-7D38-C543-8D46-EDB18BEC9A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34700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384EE-2C07-5CCD-6D05-25922E426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F2A705-E7FC-F0B0-A621-DB564F453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E4F8AE-EC34-057F-B23F-48CB5F8734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5CD8EF-3B04-3740-F873-7D250B2BCA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B3226E-16D3-52B7-2B38-EC91366B09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C80EFF-2526-E55A-62C0-88B6F2520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AC31C-E399-7244-A3B9-33A66AF330A2}" type="datetimeFigureOut">
              <a:rPr lang="en-NL" smtClean="0"/>
              <a:t>25/08/2026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0FF7F9-7014-4780-CEB6-5D51CF79E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6AA599-5FD0-32C1-2471-3600F730A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96CCA1-7D38-C543-8D46-EDB18BEC9A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650171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99B06-2586-67EE-EAC4-368252706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62F34F-2651-CBE5-7F44-403548C0F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AC31C-E399-7244-A3B9-33A66AF330A2}" type="datetimeFigureOut">
              <a:rPr lang="en-NL" smtClean="0"/>
              <a:t>25/08/2026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441C6F-700D-9417-A179-9BD7E60C2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154675-E8C1-35AA-D0EB-554626088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96CCA1-7D38-C543-8D46-EDB18BEC9A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07458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1E2F5E-8AE0-4758-3899-EEA8B44C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AC31C-E399-7244-A3B9-33A66AF330A2}" type="datetimeFigureOut">
              <a:rPr lang="en-NL" smtClean="0"/>
              <a:t>25/08/2026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D4219-D226-4F62-D1B5-8D4A54206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B15D34-D34E-8C48-FB6A-033690C16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96CCA1-7D38-C543-8D46-EDB18BEC9A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25956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B3BDE-A872-55DB-21D1-6D0EA79F9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504A5-8498-13E6-E9B9-A457C97550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5C546D-46DD-181B-1F7C-CD71E948CE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1A5B1F-D141-BFF1-4307-E8AA1450C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AC31C-E399-7244-A3B9-33A66AF330A2}" type="datetimeFigureOut">
              <a:rPr lang="en-NL" smtClean="0"/>
              <a:t>25/08/2026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5CC741-0D9B-548D-5756-620D81076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DC532D-9B98-8513-1DF7-4A8AA623F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96CCA1-7D38-C543-8D46-EDB18BEC9A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35494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19D2A-8547-5991-B7EA-87C20B259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D41D6C-3F5E-6C51-D464-75B39FA5CFC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CA782-5303-A25D-15BD-34F685F234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7DB756-C6A0-C941-C825-3959AAC58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AC31C-E399-7244-A3B9-33A66AF330A2}" type="datetimeFigureOut">
              <a:rPr lang="en-NL" smtClean="0"/>
              <a:t>25/08/2026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A17D19-51F6-A9E4-BBDC-F18649EB1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26C4D8-A68E-7CD3-EA5C-F0FC9349D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96CCA1-7D38-C543-8D46-EDB18BEC9A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821461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A7297-96AA-0081-06DC-202D28B4B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CFFF69-0EFD-D2A6-556F-9116B83A25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1D02E8-8BF9-7ED0-1344-58031BED5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AC31C-E399-7244-A3B9-33A66AF330A2}" type="datetimeFigureOut">
              <a:rPr lang="en-NL" smtClean="0"/>
              <a:t>25/08/2026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82282-512B-DD10-2C56-C77B93DD1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F96D6A-E42A-DC73-4BC6-C6D94BC69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96CCA1-7D38-C543-8D46-EDB18BEC9A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14989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3654ACE-5A2D-A6B8-578E-821AC3E7CA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C12D89-BAAF-8B16-80E0-8B138C767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9673D1-5DDC-8E1B-7C10-6A43300E5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AC31C-E399-7244-A3B9-33A66AF330A2}" type="datetimeFigureOut">
              <a:rPr lang="en-NL" smtClean="0"/>
              <a:t>25/08/2026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BCC17-8242-9996-D86F-E8967AD55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EF8EF8-3A44-C4FF-22A6-B0D7C6525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96CCA1-7D38-C543-8D46-EDB18BEC9A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16816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ACC86-08FE-FA72-ED37-B7B78A904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63A04A-5510-208E-07CE-BA5583BEEA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60CC86-F7D0-70CB-4B69-760748B77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2AC31C-E399-7244-A3B9-33A66AF330A2}" type="datetimeFigureOut">
              <a:rPr lang="en-NL" smtClean="0"/>
              <a:t>25/08/2026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EC92E-3B47-DCDC-61FC-BE86403C85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7F5448-609C-0FA8-FFF8-355885B237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96CCA1-7D38-C543-8D46-EDB18BEC9A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71690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5D8370-8725-1E6D-5940-B8DB89D00A41}"/>
              </a:ext>
            </a:extLst>
          </p:cNvPr>
          <p:cNvSpPr/>
          <p:nvPr/>
        </p:nvSpPr>
        <p:spPr>
          <a:xfrm>
            <a:off x="1728439" y="2048109"/>
            <a:ext cx="1416205" cy="6802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/>
              <a:t>Coding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8B58CF-5864-406F-1263-C4AB3A4CD681}"/>
              </a:ext>
            </a:extLst>
          </p:cNvPr>
          <p:cNvSpPr/>
          <p:nvPr/>
        </p:nvSpPr>
        <p:spPr>
          <a:xfrm>
            <a:off x="1728439" y="2850996"/>
            <a:ext cx="1416205" cy="3828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7890FE-F0AC-9883-44DC-85B13DB7D71C}"/>
              </a:ext>
            </a:extLst>
          </p:cNvPr>
          <p:cNvSpPr/>
          <p:nvPr/>
        </p:nvSpPr>
        <p:spPr>
          <a:xfrm>
            <a:off x="1728439" y="3339792"/>
            <a:ext cx="1416205" cy="3828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SQL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7D1384-EA54-FD3F-2963-A1AE09A90176}"/>
              </a:ext>
            </a:extLst>
          </p:cNvPr>
          <p:cNvSpPr/>
          <p:nvPr/>
        </p:nvSpPr>
        <p:spPr>
          <a:xfrm>
            <a:off x="5181600" y="2850996"/>
            <a:ext cx="1620644" cy="3828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Command prompt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47E1FFD-06A4-A1DB-FBE4-0C5BB9EBE7E7}"/>
              </a:ext>
            </a:extLst>
          </p:cNvPr>
          <p:cNvSpPr/>
          <p:nvPr/>
        </p:nvSpPr>
        <p:spPr>
          <a:xfrm>
            <a:off x="3352800" y="2048109"/>
            <a:ext cx="1620644" cy="6802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/>
              <a:t>Collaboration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D3A518-9C7C-C7A0-0BF6-1EF8E98330ED}"/>
              </a:ext>
            </a:extLst>
          </p:cNvPr>
          <p:cNvSpPr/>
          <p:nvPr/>
        </p:nvSpPr>
        <p:spPr>
          <a:xfrm>
            <a:off x="3352800" y="2850996"/>
            <a:ext cx="1620644" cy="3828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Project management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6B12BD7-853E-636E-E939-67A0FEF7574A}"/>
              </a:ext>
            </a:extLst>
          </p:cNvPr>
          <p:cNvSpPr/>
          <p:nvPr/>
        </p:nvSpPr>
        <p:spPr>
          <a:xfrm>
            <a:off x="3352800" y="3339792"/>
            <a:ext cx="1620644" cy="3828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Version control/Git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3464DE-91EB-EF48-4F03-FC5D8EA0BF88}"/>
              </a:ext>
            </a:extLst>
          </p:cNvPr>
          <p:cNvSpPr/>
          <p:nvPr/>
        </p:nvSpPr>
        <p:spPr>
          <a:xfrm>
            <a:off x="5181600" y="2048109"/>
            <a:ext cx="1620644" cy="6802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/>
              <a:t>Automation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739ECC6-10BD-1338-3F4F-1C390ED5421A}"/>
              </a:ext>
            </a:extLst>
          </p:cNvPr>
          <p:cNvSpPr/>
          <p:nvPr/>
        </p:nvSpPr>
        <p:spPr>
          <a:xfrm>
            <a:off x="5181600" y="3339792"/>
            <a:ext cx="1620644" cy="3828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Make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2996800-DA80-6498-DB12-3BEE0B23AE85}"/>
              </a:ext>
            </a:extLst>
          </p:cNvPr>
          <p:cNvSpPr/>
          <p:nvPr/>
        </p:nvSpPr>
        <p:spPr>
          <a:xfrm>
            <a:off x="1728439" y="3920035"/>
            <a:ext cx="5073805" cy="3828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/>
              <a:t>Tutorials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1D0A4B7-DB9D-9B71-ABF9-4CD13672FC68}"/>
              </a:ext>
            </a:extLst>
          </p:cNvPr>
          <p:cNvSpPr/>
          <p:nvPr/>
        </p:nvSpPr>
        <p:spPr>
          <a:xfrm>
            <a:off x="1728439" y="4454554"/>
            <a:ext cx="5073805" cy="3828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/>
              <a:t>Team project (with individual components)</a:t>
            </a:r>
          </a:p>
        </p:txBody>
      </p:sp>
    </p:spTree>
    <p:extLst>
      <p:ext uri="{BB962C8B-B14F-4D97-AF65-F5344CB8AC3E}">
        <p14:creationId xmlns:p14="http://schemas.microsoft.com/office/powerpoint/2010/main" val="24759468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42A91-D0D1-E641-4215-091F41DB7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2C515AD-BC1F-A7F8-530A-7993ABD86537}"/>
              </a:ext>
            </a:extLst>
          </p:cNvPr>
          <p:cNvSpPr/>
          <p:nvPr/>
        </p:nvSpPr>
        <p:spPr>
          <a:xfrm>
            <a:off x="713830" y="2546553"/>
            <a:ext cx="1620644" cy="6802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/>
              <a:t>Coding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A9AAB5-437C-DFAF-980E-29D357774676}"/>
              </a:ext>
            </a:extLst>
          </p:cNvPr>
          <p:cNvSpPr/>
          <p:nvPr/>
        </p:nvSpPr>
        <p:spPr>
          <a:xfrm>
            <a:off x="2780626" y="2049330"/>
            <a:ext cx="1122302" cy="3828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Week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4EEDA5F-6AA4-FB8F-9B83-0D2AD35E98CC}"/>
              </a:ext>
            </a:extLst>
          </p:cNvPr>
          <p:cNvSpPr/>
          <p:nvPr/>
        </p:nvSpPr>
        <p:spPr>
          <a:xfrm>
            <a:off x="713830" y="4538891"/>
            <a:ext cx="1620644" cy="6802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/>
              <a:t>Collaboration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4456606-032B-0D2D-FACD-975DF3A6701B}"/>
              </a:ext>
            </a:extLst>
          </p:cNvPr>
          <p:cNvSpPr/>
          <p:nvPr/>
        </p:nvSpPr>
        <p:spPr>
          <a:xfrm>
            <a:off x="713830" y="5729416"/>
            <a:ext cx="1620644" cy="6802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/>
              <a:t>Automation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E23C8A-F920-8C9E-9024-EF3D87ADB55E}"/>
              </a:ext>
            </a:extLst>
          </p:cNvPr>
          <p:cNvSpPr/>
          <p:nvPr/>
        </p:nvSpPr>
        <p:spPr>
          <a:xfrm>
            <a:off x="4045322" y="2049330"/>
            <a:ext cx="1122302" cy="3828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Week 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2B3BA2-32C4-3CD6-FF13-DA61F5D66C00}"/>
              </a:ext>
            </a:extLst>
          </p:cNvPr>
          <p:cNvSpPr/>
          <p:nvPr/>
        </p:nvSpPr>
        <p:spPr>
          <a:xfrm>
            <a:off x="5310018" y="2049330"/>
            <a:ext cx="1122302" cy="3828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Week 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3594E6-9CE0-BF17-7325-9F0712C5AB48}"/>
              </a:ext>
            </a:extLst>
          </p:cNvPr>
          <p:cNvSpPr/>
          <p:nvPr/>
        </p:nvSpPr>
        <p:spPr>
          <a:xfrm>
            <a:off x="6574714" y="2049330"/>
            <a:ext cx="1122302" cy="3828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Week 4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1565E1-9BFF-24CA-D3AE-E018485B15CF}"/>
              </a:ext>
            </a:extLst>
          </p:cNvPr>
          <p:cNvSpPr/>
          <p:nvPr/>
        </p:nvSpPr>
        <p:spPr>
          <a:xfrm>
            <a:off x="7839410" y="2049330"/>
            <a:ext cx="1122302" cy="3828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Week 5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0D6C9C-18F8-44FC-3EC5-DFD0961832F4}"/>
              </a:ext>
            </a:extLst>
          </p:cNvPr>
          <p:cNvSpPr/>
          <p:nvPr/>
        </p:nvSpPr>
        <p:spPr>
          <a:xfrm>
            <a:off x="9104106" y="2049330"/>
            <a:ext cx="1122302" cy="830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Week 6:</a:t>
            </a:r>
            <a:br>
              <a:rPr lang="en-NL" sz="1400" dirty="0">
                <a:solidFill>
                  <a:schemeClr val="tx1"/>
                </a:solidFill>
              </a:rPr>
            </a:br>
            <a:r>
              <a:rPr lang="en-NL" sz="1400" dirty="0">
                <a:solidFill>
                  <a:schemeClr val="tx1"/>
                </a:solidFill>
              </a:rPr>
              <a:t>Exam review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5D9F69-9F5A-EDAF-4AE6-1274EBCED1F5}"/>
              </a:ext>
            </a:extLst>
          </p:cNvPr>
          <p:cNvSpPr/>
          <p:nvPr/>
        </p:nvSpPr>
        <p:spPr>
          <a:xfrm>
            <a:off x="10368802" y="2049330"/>
            <a:ext cx="1122302" cy="830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Week 7:</a:t>
            </a:r>
          </a:p>
          <a:p>
            <a:pPr algn="ctr"/>
            <a:r>
              <a:rPr lang="en-NL" sz="1400" dirty="0">
                <a:solidFill>
                  <a:schemeClr val="tx1"/>
                </a:solidFill>
              </a:rPr>
              <a:t>Course summary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081E42-B4AC-9EDF-6CBB-1BA6596D3A9A}"/>
              </a:ext>
            </a:extLst>
          </p:cNvPr>
          <p:cNvSpPr txBox="1"/>
          <p:nvPr/>
        </p:nvSpPr>
        <p:spPr>
          <a:xfrm>
            <a:off x="2780626" y="2546553"/>
            <a:ext cx="11223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600" dirty="0"/>
              <a:t>Base R +</a:t>
            </a:r>
            <a:br>
              <a:rPr lang="en-NL" sz="1600" dirty="0"/>
            </a:br>
            <a:r>
              <a:rPr lang="en-NL" sz="1600" dirty="0"/>
              <a:t>dplyr + ITO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6935A7-2019-722B-F07C-611885B40238}"/>
              </a:ext>
            </a:extLst>
          </p:cNvPr>
          <p:cNvSpPr txBox="1"/>
          <p:nvPr/>
        </p:nvSpPr>
        <p:spPr>
          <a:xfrm>
            <a:off x="2780626" y="4620434"/>
            <a:ext cx="112230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g</a:t>
            </a:r>
            <a:r>
              <a:rPr lang="en-NL" sz="1600" dirty="0"/>
              <a:t>it status</a:t>
            </a:r>
            <a:br>
              <a:rPr lang="en-NL" sz="1600" dirty="0"/>
            </a:br>
            <a:r>
              <a:rPr lang="en-NL" sz="1600" dirty="0"/>
              <a:t>git add</a:t>
            </a:r>
            <a:br>
              <a:rPr lang="en-NL" sz="1600" dirty="0"/>
            </a:br>
            <a:r>
              <a:rPr lang="en-NL" sz="1600" dirty="0"/>
              <a:t>git commit –m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6B74DFE-478F-6C08-BFE7-6B5CA5C84FA7}"/>
              </a:ext>
            </a:extLst>
          </p:cNvPr>
          <p:cNvSpPr txBox="1"/>
          <p:nvPr/>
        </p:nvSpPr>
        <p:spPr>
          <a:xfrm>
            <a:off x="2780626" y="5699322"/>
            <a:ext cx="11223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600" dirty="0" err="1"/>
              <a:t>cmd</a:t>
            </a:r>
            <a:r>
              <a:rPr lang="nl-NL" sz="1600" dirty="0"/>
              <a:t>/</a:t>
            </a:r>
            <a:r>
              <a:rPr lang="nl-NL" sz="1600" dirty="0" err="1"/>
              <a:t>Rscript</a:t>
            </a:r>
            <a:endParaRPr lang="en-NL" sz="16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84F3D0F-001D-E114-E224-942D1E397DD6}"/>
              </a:ext>
            </a:extLst>
          </p:cNvPr>
          <p:cNvSpPr txBox="1"/>
          <p:nvPr/>
        </p:nvSpPr>
        <p:spPr>
          <a:xfrm>
            <a:off x="4045322" y="2546553"/>
            <a:ext cx="126469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600" dirty="0"/>
              <a:t>ITO + </a:t>
            </a:r>
            <a:r>
              <a:rPr lang="nl-NL" sz="1600" dirty="0" err="1"/>
              <a:t>dplyr</a:t>
            </a:r>
            <a:r>
              <a:rPr lang="nl-NL" sz="1600" dirty="0"/>
              <a:t> </a:t>
            </a:r>
            <a:r>
              <a:rPr lang="nl-NL" sz="1600" dirty="0" err="1"/>
              <a:t>incl.agg</a:t>
            </a:r>
            <a:r>
              <a:rPr lang="nl-NL" sz="1600" dirty="0"/>
              <a:t>/</a:t>
            </a:r>
            <a:r>
              <a:rPr lang="nl-NL" sz="1600" dirty="0" err="1"/>
              <a:t>group</a:t>
            </a:r>
            <a:r>
              <a:rPr lang="nl-NL" sz="1600" dirty="0"/>
              <a:t> </a:t>
            </a:r>
            <a:r>
              <a:rPr lang="nl-NL" sz="1600" dirty="0" err="1"/>
              <a:t>by</a:t>
            </a:r>
            <a:r>
              <a:rPr lang="nl-NL" sz="1600" dirty="0"/>
              <a:t> but no </a:t>
            </a:r>
            <a:r>
              <a:rPr lang="nl-NL" sz="1600" dirty="0" err="1"/>
              <a:t>merge</a:t>
            </a:r>
            <a:r>
              <a:rPr lang="nl-NL" sz="1600" dirty="0"/>
              <a:t> + summary </a:t>
            </a:r>
            <a:r>
              <a:rPr lang="nl-NL" sz="1600" dirty="0" err="1"/>
              <a:t>stats</a:t>
            </a:r>
            <a:r>
              <a:rPr lang="nl-NL" sz="1600" dirty="0"/>
              <a:t>/</a:t>
            </a:r>
            <a:r>
              <a:rPr lang="nl-NL" sz="1600" dirty="0" err="1"/>
              <a:t>tables</a:t>
            </a:r>
            <a:r>
              <a:rPr lang="nl-NL" sz="1600" dirty="0"/>
              <a:t> + </a:t>
            </a:r>
            <a:r>
              <a:rPr lang="nl-NL" sz="1600" dirty="0" err="1"/>
              <a:t>quarto</a:t>
            </a:r>
            <a:r>
              <a:rPr lang="nl-NL" sz="1600" dirty="0"/>
              <a:t> document</a:t>
            </a:r>
            <a:endParaRPr lang="en-NL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F33CEB-1537-0AF0-6127-8AA8EA93E9F6}"/>
              </a:ext>
            </a:extLst>
          </p:cNvPr>
          <p:cNvSpPr txBox="1"/>
          <p:nvPr/>
        </p:nvSpPr>
        <p:spPr>
          <a:xfrm>
            <a:off x="4045322" y="4620434"/>
            <a:ext cx="13518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600" dirty="0"/>
              <a:t>git </a:t>
            </a:r>
            <a:r>
              <a:rPr lang="nl-NL" sz="1600" dirty="0" err="1"/>
              <a:t>clone</a:t>
            </a:r>
            <a:endParaRPr lang="nl-NL" sz="1600" dirty="0"/>
          </a:p>
          <a:p>
            <a:r>
              <a:rPr lang="nl-NL" sz="1600" dirty="0"/>
              <a:t>git push/pull</a:t>
            </a:r>
          </a:p>
          <a:p>
            <a:r>
              <a:rPr lang="nl-NL" sz="1600" dirty="0" err="1"/>
              <a:t>forking</a:t>
            </a:r>
            <a:endParaRPr lang="en-NL" sz="16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7C2523-D48E-2FE7-92C5-6BA2E401E8AD}"/>
              </a:ext>
            </a:extLst>
          </p:cNvPr>
          <p:cNvSpPr txBox="1"/>
          <p:nvPr/>
        </p:nvSpPr>
        <p:spPr>
          <a:xfrm>
            <a:off x="4045322" y="5699322"/>
            <a:ext cx="1122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600" dirty="0" err="1"/>
              <a:t>readme</a:t>
            </a:r>
            <a:endParaRPr lang="en-NL" sz="16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916E5AB-82C5-0C47-4AAF-72658A9D750B}"/>
              </a:ext>
            </a:extLst>
          </p:cNvPr>
          <p:cNvSpPr txBox="1"/>
          <p:nvPr/>
        </p:nvSpPr>
        <p:spPr>
          <a:xfrm>
            <a:off x="5310018" y="2546553"/>
            <a:ext cx="11223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P</a:t>
            </a:r>
            <a:r>
              <a:rPr lang="en-NL" sz="1600" dirty="0"/>
              <a:t>lotting w/ ggplot2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87AE5C6-C8C4-4CBD-ED9C-D6AEB29A9B76}"/>
              </a:ext>
            </a:extLst>
          </p:cNvPr>
          <p:cNvSpPr txBox="1"/>
          <p:nvPr/>
        </p:nvSpPr>
        <p:spPr>
          <a:xfrm>
            <a:off x="5310018" y="4620434"/>
            <a:ext cx="1122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600" dirty="0" err="1"/>
              <a:t>branching</a:t>
            </a:r>
            <a:endParaRPr lang="en-NL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12A71CA-7809-4ECA-6399-D2D24E8D75C9}"/>
              </a:ext>
            </a:extLst>
          </p:cNvPr>
          <p:cNvSpPr txBox="1"/>
          <p:nvPr/>
        </p:nvSpPr>
        <p:spPr>
          <a:xfrm>
            <a:off x="5310018" y="5699322"/>
            <a:ext cx="1122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600" dirty="0" err="1"/>
              <a:t>makefile</a:t>
            </a:r>
            <a:endParaRPr lang="en-NL" sz="1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23504F2-9331-B8DE-E3B3-92B46102F865}"/>
              </a:ext>
            </a:extLst>
          </p:cNvPr>
          <p:cNvSpPr txBox="1"/>
          <p:nvPr/>
        </p:nvSpPr>
        <p:spPr>
          <a:xfrm>
            <a:off x="6574714" y="2546553"/>
            <a:ext cx="112230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600" dirty="0"/>
              <a:t>adv. </a:t>
            </a:r>
            <a:r>
              <a:rPr lang="nl-NL" sz="1600" dirty="0" err="1"/>
              <a:t>enginee-ring</a:t>
            </a:r>
            <a:r>
              <a:rPr lang="nl-NL" sz="1600" dirty="0"/>
              <a:t>: </a:t>
            </a:r>
            <a:r>
              <a:rPr lang="nl-NL" sz="1600" dirty="0" err="1"/>
              <a:t>merging</a:t>
            </a:r>
            <a:r>
              <a:rPr lang="nl-NL" sz="1600" dirty="0"/>
              <a:t>, </a:t>
            </a:r>
            <a:r>
              <a:rPr lang="nl-NL" sz="1600" dirty="0" err="1"/>
              <a:t>imputation</a:t>
            </a:r>
            <a:r>
              <a:rPr lang="nl-NL" sz="1600" dirty="0"/>
              <a:t>…</a:t>
            </a:r>
            <a:endParaRPr lang="en-NL" sz="16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9ECCFE-7F7A-2DA9-0BE8-7ABA183529E5}"/>
              </a:ext>
            </a:extLst>
          </p:cNvPr>
          <p:cNvSpPr txBox="1"/>
          <p:nvPr/>
        </p:nvSpPr>
        <p:spPr>
          <a:xfrm>
            <a:off x="6574714" y="4620434"/>
            <a:ext cx="11223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600" dirty="0"/>
              <a:t>Scrum/</a:t>
            </a:r>
          </a:p>
          <a:p>
            <a:r>
              <a:rPr lang="nl-NL" sz="1600" dirty="0"/>
              <a:t>Agile, PR review</a:t>
            </a:r>
            <a:endParaRPr lang="en-NL" sz="16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597400F-924F-78FA-DC6B-C163892DBF61}"/>
              </a:ext>
            </a:extLst>
          </p:cNvPr>
          <p:cNvSpPr txBox="1"/>
          <p:nvPr/>
        </p:nvSpPr>
        <p:spPr>
          <a:xfrm>
            <a:off x="6574714" y="5699322"/>
            <a:ext cx="11223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600" dirty="0"/>
              <a:t>make clean, folders</a:t>
            </a:r>
            <a:endParaRPr lang="en-NL" sz="16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A6A0C66-3195-389E-4DC4-F5831B385682}"/>
              </a:ext>
            </a:extLst>
          </p:cNvPr>
          <p:cNvSpPr txBox="1"/>
          <p:nvPr/>
        </p:nvSpPr>
        <p:spPr>
          <a:xfrm>
            <a:off x="7839410" y="2546553"/>
            <a:ext cx="11223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600" dirty="0"/>
              <a:t>SQL + </a:t>
            </a:r>
            <a:r>
              <a:rPr lang="nl-NL" sz="1600" dirty="0" err="1"/>
              <a:t>agents</a:t>
            </a:r>
            <a:endParaRPr lang="en-NL" sz="16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88CBD6D-3877-64F0-80AB-0709D1FABD60}"/>
              </a:ext>
            </a:extLst>
          </p:cNvPr>
          <p:cNvSpPr txBox="1"/>
          <p:nvPr/>
        </p:nvSpPr>
        <p:spPr>
          <a:xfrm>
            <a:off x="7839410" y="4620434"/>
            <a:ext cx="11223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600" dirty="0"/>
              <a:t>Advanced git</a:t>
            </a:r>
            <a:endParaRPr lang="en-NL" sz="16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219F3F5-5A1D-74C6-AB84-2FFD9EB78E6B}"/>
              </a:ext>
            </a:extLst>
          </p:cNvPr>
          <p:cNvSpPr txBox="1"/>
          <p:nvPr/>
        </p:nvSpPr>
        <p:spPr>
          <a:xfrm>
            <a:off x="7839410" y="5699322"/>
            <a:ext cx="11223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600" dirty="0"/>
              <a:t>make w/ </a:t>
            </a:r>
            <a:r>
              <a:rPr lang="nl-NL" sz="1600" dirty="0" err="1"/>
              <a:t>subdir-ectories</a:t>
            </a:r>
            <a:endParaRPr lang="en-NL" sz="1600" dirty="0"/>
          </a:p>
        </p:txBody>
      </p:sp>
    </p:spTree>
    <p:extLst>
      <p:ext uri="{BB962C8B-B14F-4D97-AF65-F5344CB8AC3E}">
        <p14:creationId xmlns:p14="http://schemas.microsoft.com/office/powerpoint/2010/main" val="3236886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3156</TotalTime>
  <Words>129</Words>
  <Application>Microsoft Macintosh PowerPoint</Application>
  <PresentationFormat>Widescreen</PresentationFormat>
  <Paragraphs>40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Hannes Datta</dc:creator>
  <cp:lastModifiedBy>Hannes Datta</cp:lastModifiedBy>
  <cp:revision>4</cp:revision>
  <dcterms:created xsi:type="dcterms:W3CDTF">2026-08-25T08:33:40Z</dcterms:created>
  <dcterms:modified xsi:type="dcterms:W3CDTF">2026-08-27T13:10:10Z</dcterms:modified>
</cp:coreProperties>
</file>