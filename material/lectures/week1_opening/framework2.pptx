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6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8F6C-BAFA-D413-C048-0A03E2F54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B644F-7B1A-FBEA-1B54-412354530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EC73C-FBB0-1ECA-6327-C057B2D9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A825-498A-D5A1-D88D-24711A23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1A61-1290-E3C1-38DC-423A6F0C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037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3C1E-E026-8A78-6940-F9BA051F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AAF0F-1B01-0666-6A2E-4DDCE67C4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70419-EB49-BFF8-1248-173E1B3D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A224E-22C8-853E-55CA-B26FE93F6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2392-036F-330C-87BB-F74646E6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1683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8651-071C-E5DE-C983-2FF2AB4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C051C-3782-B2FC-DF02-FAC61011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B987B-0D59-DA82-4E62-859F091B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9A2E-4D35-E799-B12C-7D00FC85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FB5B0-0E53-A689-2288-3AA7E90D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703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BA19-9C4F-296D-8B4E-A5BD3E8A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CC89F-C2F0-3700-EB48-5B256586F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4E000-7E61-33ED-E6F1-126A65F74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6D7D2-4D8F-E64F-0C3D-E27A004D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653E6-5025-838E-F7D6-0AD0EA1C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1EA74-34EC-8FFA-850B-FF487D9D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470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84EE-2C07-5CCD-6D05-25922E42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2A705-E7FC-F0B0-A621-DB564F453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4F8AE-EC34-057F-B23F-48CB5F873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CD8EF-3B04-3740-F873-7D250B2BC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3226E-16D3-52B7-2B38-EC91366B0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80EFF-2526-E55A-62C0-88B6F252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FF7F9-7014-4780-CEB6-5D51CF79E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AA599-5FD0-32C1-2471-3600F730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501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9B06-2586-67EE-EAC4-36825270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2F34F-2651-CBE5-7F44-403548C0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41C6F-700D-9417-A179-9BD7E60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54675-E8C1-35AA-D0EB-55462608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745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1E2F5E-8AE0-4758-3899-EEA8B44C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D4219-D226-4F62-D1B5-8D4A542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15D34-D34E-8C48-FB6A-033690C1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595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3BDE-A872-55DB-21D1-6D0EA79F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04A5-8498-13E6-E9B9-A457C975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C546D-46DD-181B-1F7C-CD71E948C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A5B1F-D141-BFF1-4307-E8AA1450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CC741-0D9B-548D-5756-620D8107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C532D-9B98-8513-1DF7-4A8AA623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549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9D2A-8547-5991-B7EA-87C20B25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41D6C-3F5E-6C51-D464-75B39FA5CFC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CA782-5303-A25D-15BD-34F685F23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DB756-C6A0-C941-C825-3959AAC5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17D19-51F6-A9E4-BBDC-F18649EB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6C4D8-A68E-7CD3-EA5C-F0FC9349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2146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7297-96AA-0081-06DC-202D28B4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FFF69-0EFD-D2A6-556F-9116B83A2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D02E8-8BF9-7ED0-1344-58031BED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2282-512B-DD10-2C56-C77B93DD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96D6A-E42A-DC73-4BC6-C6D94BC6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498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54ACE-5A2D-A6B8-578E-821AC3E7C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12D89-BAAF-8B16-80E0-8B138C767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673D1-5DDC-8E1B-7C10-6A43300E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BCC17-8242-9996-D86F-E8967AD5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F8EF8-3A44-C4FF-22A6-B0D7C652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681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ACC86-08FE-FA72-ED37-B7B78A90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3A04A-5510-208E-07CE-BA5583BEE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0CC86-F7D0-70CB-4B69-760748B77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AC31C-E399-7244-A3B9-33A66AF330A2}" type="datetimeFigureOut">
              <a:rPr lang="en-NL" smtClean="0"/>
              <a:t>25/08/2026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EC92E-3B47-DCDC-61FC-BE86403C8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F5448-609C-0FA8-FFF8-355885B23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6CCA1-7D38-C543-8D46-EDB18BEC9A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16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5D8370-8725-1E6D-5940-B8DB89D00A41}"/>
              </a:ext>
            </a:extLst>
          </p:cNvPr>
          <p:cNvSpPr/>
          <p:nvPr/>
        </p:nvSpPr>
        <p:spPr>
          <a:xfrm>
            <a:off x="1728439" y="2048109"/>
            <a:ext cx="1416205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8B58CF-5864-406F-1263-C4AB3A4CD681}"/>
              </a:ext>
            </a:extLst>
          </p:cNvPr>
          <p:cNvSpPr/>
          <p:nvPr/>
        </p:nvSpPr>
        <p:spPr>
          <a:xfrm>
            <a:off x="1728439" y="2850996"/>
            <a:ext cx="1416205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7890FE-F0AC-9883-44DC-85B13DB7D71C}"/>
              </a:ext>
            </a:extLst>
          </p:cNvPr>
          <p:cNvSpPr/>
          <p:nvPr/>
        </p:nvSpPr>
        <p:spPr>
          <a:xfrm>
            <a:off x="1728439" y="3339792"/>
            <a:ext cx="1416205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7D1384-EA54-FD3F-2963-A1AE09A90176}"/>
              </a:ext>
            </a:extLst>
          </p:cNvPr>
          <p:cNvSpPr/>
          <p:nvPr/>
        </p:nvSpPr>
        <p:spPr>
          <a:xfrm>
            <a:off x="5181600" y="2850996"/>
            <a:ext cx="1620644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Command prompt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7E1FFD-06A4-A1DB-FBE4-0C5BB9EBE7E7}"/>
              </a:ext>
            </a:extLst>
          </p:cNvPr>
          <p:cNvSpPr/>
          <p:nvPr/>
        </p:nvSpPr>
        <p:spPr>
          <a:xfrm>
            <a:off x="3352800" y="2048109"/>
            <a:ext cx="1620644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Collaboration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D3A518-9C7C-C7A0-0BF6-1EF8E98330ED}"/>
              </a:ext>
            </a:extLst>
          </p:cNvPr>
          <p:cNvSpPr/>
          <p:nvPr/>
        </p:nvSpPr>
        <p:spPr>
          <a:xfrm>
            <a:off x="3352800" y="2850996"/>
            <a:ext cx="1620644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Project management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B12BD7-853E-636E-E939-67A0FEF7574A}"/>
              </a:ext>
            </a:extLst>
          </p:cNvPr>
          <p:cNvSpPr/>
          <p:nvPr/>
        </p:nvSpPr>
        <p:spPr>
          <a:xfrm>
            <a:off x="3352800" y="3339792"/>
            <a:ext cx="1620644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Version control/Git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3464DE-91EB-EF48-4F03-FC5D8EA0BF88}"/>
              </a:ext>
            </a:extLst>
          </p:cNvPr>
          <p:cNvSpPr/>
          <p:nvPr/>
        </p:nvSpPr>
        <p:spPr>
          <a:xfrm>
            <a:off x="5181600" y="2048109"/>
            <a:ext cx="1620644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Automation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39ECC6-10BD-1338-3F4F-1C390ED5421A}"/>
              </a:ext>
            </a:extLst>
          </p:cNvPr>
          <p:cNvSpPr/>
          <p:nvPr/>
        </p:nvSpPr>
        <p:spPr>
          <a:xfrm>
            <a:off x="5181600" y="3339792"/>
            <a:ext cx="1620644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Make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996800-DA80-6498-DB12-3BEE0B23AE85}"/>
              </a:ext>
            </a:extLst>
          </p:cNvPr>
          <p:cNvSpPr/>
          <p:nvPr/>
        </p:nvSpPr>
        <p:spPr>
          <a:xfrm>
            <a:off x="1728439" y="3920035"/>
            <a:ext cx="5073805" cy="382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Tutorials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D0A4B7-DB9D-9B71-ABF9-4CD13672FC68}"/>
              </a:ext>
            </a:extLst>
          </p:cNvPr>
          <p:cNvSpPr/>
          <p:nvPr/>
        </p:nvSpPr>
        <p:spPr>
          <a:xfrm>
            <a:off x="1728439" y="4454554"/>
            <a:ext cx="5073805" cy="3828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Team project (with individual components)</a:t>
            </a:r>
          </a:p>
        </p:txBody>
      </p:sp>
    </p:spTree>
    <p:extLst>
      <p:ext uri="{BB962C8B-B14F-4D97-AF65-F5344CB8AC3E}">
        <p14:creationId xmlns:p14="http://schemas.microsoft.com/office/powerpoint/2010/main" val="247594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2A91-D0D1-E641-4215-091F41DB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C515AD-BC1F-A7F8-530A-7993ABD86537}"/>
              </a:ext>
            </a:extLst>
          </p:cNvPr>
          <p:cNvSpPr/>
          <p:nvPr/>
        </p:nvSpPr>
        <p:spPr>
          <a:xfrm>
            <a:off x="713830" y="2546553"/>
            <a:ext cx="1620644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A9AAB5-437C-DFAF-980E-29D357774676}"/>
              </a:ext>
            </a:extLst>
          </p:cNvPr>
          <p:cNvSpPr/>
          <p:nvPr/>
        </p:nvSpPr>
        <p:spPr>
          <a:xfrm>
            <a:off x="2780626" y="2049330"/>
            <a:ext cx="1122302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Week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EEDA5F-6AA4-FB8F-9B83-0D2AD35E98CC}"/>
              </a:ext>
            </a:extLst>
          </p:cNvPr>
          <p:cNvSpPr/>
          <p:nvPr/>
        </p:nvSpPr>
        <p:spPr>
          <a:xfrm>
            <a:off x="713830" y="3429000"/>
            <a:ext cx="1620644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Collaboration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456606-032B-0D2D-FACD-975DF3A6701B}"/>
              </a:ext>
            </a:extLst>
          </p:cNvPr>
          <p:cNvSpPr/>
          <p:nvPr/>
        </p:nvSpPr>
        <p:spPr>
          <a:xfrm>
            <a:off x="713830" y="4341540"/>
            <a:ext cx="1620644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Automation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23C8A-F920-8C9E-9024-EF3D87ADB55E}"/>
              </a:ext>
            </a:extLst>
          </p:cNvPr>
          <p:cNvSpPr/>
          <p:nvPr/>
        </p:nvSpPr>
        <p:spPr>
          <a:xfrm>
            <a:off x="4045322" y="2049330"/>
            <a:ext cx="1122302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Week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2B3BA2-32C4-3CD6-FF13-DA61F5D66C00}"/>
              </a:ext>
            </a:extLst>
          </p:cNvPr>
          <p:cNvSpPr/>
          <p:nvPr/>
        </p:nvSpPr>
        <p:spPr>
          <a:xfrm>
            <a:off x="5310018" y="2049330"/>
            <a:ext cx="1122302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Week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594E6-9CE0-BF17-7325-9F0712C5AB48}"/>
              </a:ext>
            </a:extLst>
          </p:cNvPr>
          <p:cNvSpPr/>
          <p:nvPr/>
        </p:nvSpPr>
        <p:spPr>
          <a:xfrm>
            <a:off x="6574714" y="2049330"/>
            <a:ext cx="1122302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Week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1565E1-9BFF-24CA-D3AE-E018485B15CF}"/>
              </a:ext>
            </a:extLst>
          </p:cNvPr>
          <p:cNvSpPr/>
          <p:nvPr/>
        </p:nvSpPr>
        <p:spPr>
          <a:xfrm>
            <a:off x="7839410" y="2049330"/>
            <a:ext cx="1122302" cy="3828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Week 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0D6C9C-18F8-44FC-3EC5-DFD0961832F4}"/>
              </a:ext>
            </a:extLst>
          </p:cNvPr>
          <p:cNvSpPr/>
          <p:nvPr/>
        </p:nvSpPr>
        <p:spPr>
          <a:xfrm>
            <a:off x="9104106" y="2049330"/>
            <a:ext cx="1122302" cy="830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Week 6:</a:t>
            </a:r>
            <a:br>
              <a:rPr lang="en-NL" sz="1400" dirty="0">
                <a:solidFill>
                  <a:schemeClr val="tx1"/>
                </a:solidFill>
              </a:rPr>
            </a:br>
            <a:r>
              <a:rPr lang="en-NL" sz="1400" dirty="0">
                <a:solidFill>
                  <a:schemeClr val="tx1"/>
                </a:solidFill>
              </a:rPr>
              <a:t>Exam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5D9F69-9F5A-EDAF-4AE6-1274EBCED1F5}"/>
              </a:ext>
            </a:extLst>
          </p:cNvPr>
          <p:cNvSpPr/>
          <p:nvPr/>
        </p:nvSpPr>
        <p:spPr>
          <a:xfrm>
            <a:off x="10368802" y="2049330"/>
            <a:ext cx="1122302" cy="830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Week 7:</a:t>
            </a:r>
          </a:p>
          <a:p>
            <a:pPr algn="ctr"/>
            <a:r>
              <a:rPr lang="en-NL" sz="1400" dirty="0">
                <a:solidFill>
                  <a:schemeClr val="tx1"/>
                </a:solidFill>
              </a:rPr>
              <a:t>Course summary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081E42-B4AC-9EDF-6CBB-1BA6596D3A9A}"/>
              </a:ext>
            </a:extLst>
          </p:cNvPr>
          <p:cNvSpPr txBox="1"/>
          <p:nvPr/>
        </p:nvSpPr>
        <p:spPr>
          <a:xfrm>
            <a:off x="2780626" y="2546553"/>
            <a:ext cx="1122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600" dirty="0"/>
              <a:t>Base R +</a:t>
            </a:r>
            <a:br>
              <a:rPr lang="en-NL" sz="1600" dirty="0"/>
            </a:br>
            <a:r>
              <a:rPr lang="en-NL" sz="1600" dirty="0"/>
              <a:t>dplyr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6935A7-2019-722B-F07C-611885B40238}"/>
              </a:ext>
            </a:extLst>
          </p:cNvPr>
          <p:cNvSpPr txBox="1"/>
          <p:nvPr/>
        </p:nvSpPr>
        <p:spPr>
          <a:xfrm>
            <a:off x="2780626" y="3510543"/>
            <a:ext cx="1122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g</a:t>
            </a:r>
            <a:r>
              <a:rPr lang="en-NL" sz="1600" dirty="0"/>
              <a:t>it commit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B74DFE-478F-6C08-BFE7-6B5CA5C84FA7}"/>
              </a:ext>
            </a:extLst>
          </p:cNvPr>
          <p:cNvSpPr txBox="1"/>
          <p:nvPr/>
        </p:nvSpPr>
        <p:spPr>
          <a:xfrm>
            <a:off x="2780626" y="4311446"/>
            <a:ext cx="1122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/>
              <a:t>cmd</a:t>
            </a:r>
            <a:r>
              <a:rPr lang="nl-NL" sz="1600" dirty="0"/>
              <a:t>/</a:t>
            </a:r>
            <a:r>
              <a:rPr lang="nl-NL" sz="1600" dirty="0" err="1"/>
              <a:t>Rscript</a:t>
            </a:r>
            <a:endParaRPr lang="en-N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4F3D0F-001D-E114-E224-942D1E397DD6}"/>
              </a:ext>
            </a:extLst>
          </p:cNvPr>
          <p:cNvSpPr txBox="1"/>
          <p:nvPr/>
        </p:nvSpPr>
        <p:spPr>
          <a:xfrm>
            <a:off x="4045322" y="2546553"/>
            <a:ext cx="1122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ITO + </a:t>
            </a:r>
            <a:r>
              <a:rPr lang="nl-NL" sz="1600" dirty="0" err="1"/>
              <a:t>dplyr</a:t>
            </a:r>
            <a:endParaRPr lang="en-NL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F33CEB-1537-0AF0-6127-8AA8EA93E9F6}"/>
              </a:ext>
            </a:extLst>
          </p:cNvPr>
          <p:cNvSpPr txBox="1"/>
          <p:nvPr/>
        </p:nvSpPr>
        <p:spPr>
          <a:xfrm>
            <a:off x="4045322" y="3510543"/>
            <a:ext cx="1122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git push, </a:t>
            </a:r>
            <a:r>
              <a:rPr lang="nl-NL" sz="1600" dirty="0" err="1"/>
              <a:t>forking</a:t>
            </a:r>
            <a:endParaRPr lang="en-NL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7C2523-D48E-2FE7-92C5-6BA2E401E8AD}"/>
              </a:ext>
            </a:extLst>
          </p:cNvPr>
          <p:cNvSpPr txBox="1"/>
          <p:nvPr/>
        </p:nvSpPr>
        <p:spPr>
          <a:xfrm>
            <a:off x="4045322" y="4311446"/>
            <a:ext cx="1122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/>
              <a:t>readme</a:t>
            </a:r>
            <a:endParaRPr lang="en-NL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16E5AB-82C5-0C47-4AAF-72658A9D750B}"/>
              </a:ext>
            </a:extLst>
          </p:cNvPr>
          <p:cNvSpPr txBox="1"/>
          <p:nvPr/>
        </p:nvSpPr>
        <p:spPr>
          <a:xfrm>
            <a:off x="5310018" y="2546553"/>
            <a:ext cx="1122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</a:t>
            </a:r>
            <a:r>
              <a:rPr lang="en-NL" sz="1600" dirty="0"/>
              <a:t>lotting w/ ggplot2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7AE5C6-C8C4-4CBD-ED9C-D6AEB29A9B76}"/>
              </a:ext>
            </a:extLst>
          </p:cNvPr>
          <p:cNvSpPr txBox="1"/>
          <p:nvPr/>
        </p:nvSpPr>
        <p:spPr>
          <a:xfrm>
            <a:off x="5310018" y="3510543"/>
            <a:ext cx="1122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/>
              <a:t>branching</a:t>
            </a:r>
            <a:endParaRPr lang="en-NL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2A71CA-7809-4ECA-6399-D2D24E8D75C9}"/>
              </a:ext>
            </a:extLst>
          </p:cNvPr>
          <p:cNvSpPr txBox="1"/>
          <p:nvPr/>
        </p:nvSpPr>
        <p:spPr>
          <a:xfrm>
            <a:off x="5310018" y="4311446"/>
            <a:ext cx="1122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/>
              <a:t>makefile</a:t>
            </a:r>
            <a:endParaRPr lang="en-NL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3504F2-9331-B8DE-E3B3-92B46102F865}"/>
              </a:ext>
            </a:extLst>
          </p:cNvPr>
          <p:cNvSpPr txBox="1"/>
          <p:nvPr/>
        </p:nvSpPr>
        <p:spPr>
          <a:xfrm>
            <a:off x="6574714" y="2546553"/>
            <a:ext cx="1122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adv. </a:t>
            </a:r>
            <a:r>
              <a:rPr lang="nl-NL" sz="1600" dirty="0" err="1"/>
              <a:t>enginee-ring</a:t>
            </a:r>
            <a:endParaRPr lang="en-NL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9ECCFE-7F7A-2DA9-0BE8-7ABA183529E5}"/>
              </a:ext>
            </a:extLst>
          </p:cNvPr>
          <p:cNvSpPr txBox="1"/>
          <p:nvPr/>
        </p:nvSpPr>
        <p:spPr>
          <a:xfrm>
            <a:off x="6574714" y="3510543"/>
            <a:ext cx="1122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Scrum/</a:t>
            </a:r>
          </a:p>
          <a:p>
            <a:r>
              <a:rPr lang="nl-NL" sz="1600" dirty="0"/>
              <a:t>Agile, PR review</a:t>
            </a:r>
            <a:endParaRPr lang="en-NL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97400F-924F-78FA-DC6B-C163892DBF61}"/>
              </a:ext>
            </a:extLst>
          </p:cNvPr>
          <p:cNvSpPr txBox="1"/>
          <p:nvPr/>
        </p:nvSpPr>
        <p:spPr>
          <a:xfrm>
            <a:off x="6574714" y="4311446"/>
            <a:ext cx="1122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make clean, folders</a:t>
            </a:r>
            <a:endParaRPr lang="en-NL" sz="16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6A0C66-3195-389E-4DC4-F5831B385682}"/>
              </a:ext>
            </a:extLst>
          </p:cNvPr>
          <p:cNvSpPr txBox="1"/>
          <p:nvPr/>
        </p:nvSpPr>
        <p:spPr>
          <a:xfrm>
            <a:off x="7839410" y="2546553"/>
            <a:ext cx="1122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SQL + </a:t>
            </a:r>
            <a:r>
              <a:rPr lang="nl-NL" sz="1600" dirty="0" err="1"/>
              <a:t>agents</a:t>
            </a:r>
            <a:endParaRPr lang="en-NL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8CBD6D-3877-64F0-80AB-0709D1FABD60}"/>
              </a:ext>
            </a:extLst>
          </p:cNvPr>
          <p:cNvSpPr txBox="1"/>
          <p:nvPr/>
        </p:nvSpPr>
        <p:spPr>
          <a:xfrm>
            <a:off x="7839410" y="3510543"/>
            <a:ext cx="1122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Advanced git</a:t>
            </a:r>
            <a:endParaRPr lang="en-NL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19F3F5-5A1D-74C6-AB84-2FFD9EB78E6B}"/>
              </a:ext>
            </a:extLst>
          </p:cNvPr>
          <p:cNvSpPr txBox="1"/>
          <p:nvPr/>
        </p:nvSpPr>
        <p:spPr>
          <a:xfrm>
            <a:off x="7839410" y="4311446"/>
            <a:ext cx="1122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make w/ </a:t>
            </a:r>
            <a:r>
              <a:rPr lang="nl-NL" sz="1600" dirty="0" err="1"/>
              <a:t>subdir-ectories</a:t>
            </a:r>
            <a:endParaRPr lang="en-NL" sz="1600" dirty="0"/>
          </a:p>
        </p:txBody>
      </p:sp>
    </p:spTree>
    <p:extLst>
      <p:ext uri="{BB962C8B-B14F-4D97-AF65-F5344CB8AC3E}">
        <p14:creationId xmlns:p14="http://schemas.microsoft.com/office/powerpoint/2010/main" val="323688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94</Words>
  <Application>Microsoft Macintosh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Hannes Datta</dc:creator>
  <cp:lastModifiedBy>Hannes Datta</cp:lastModifiedBy>
  <cp:revision>1</cp:revision>
  <dcterms:created xsi:type="dcterms:W3CDTF">2026-08-25T08:33:40Z</dcterms:created>
  <dcterms:modified xsi:type="dcterms:W3CDTF">2026-08-25T09:53:45Z</dcterms:modified>
</cp:coreProperties>
</file>